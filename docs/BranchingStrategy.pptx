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E04AF-83D7-1030-E519-46A851C2B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EB40B-03C2-4455-034B-11BD6DBD4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2E43F-AF8A-FE6C-BCA9-583B6C45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C94E6-F9EA-44B0-846A-B277EFB780DB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86FD9-9A57-3C50-329D-19E791E54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2409-BEB9-55C4-4FCB-2E808A5B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1C90-6418-46F5-AD1F-42F69408F7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60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017F2-B8B9-6965-8BD2-86D01BDF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C3EC2-DA93-0126-421A-13EEAFA9F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34751-9C00-71BC-A736-FCBD0E208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C94E6-F9EA-44B0-846A-B277EFB780DB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FCDA0-91DB-62A2-A043-3DCFF39C2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6D13D-D130-F658-543B-59E7E2EC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1C90-6418-46F5-AD1F-42F69408F7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682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CCE0-2E20-EDC6-91D0-C46C5DF28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2E95F-1F54-2DF2-813E-22772C49E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F4F3-B3E2-E343-EEAC-651CC172C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C94E6-F9EA-44B0-846A-B277EFB780DB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19618-EFCE-300D-CF58-E9CD0A0D7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E62DE-D1ED-AECA-6177-378D0ED0E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1C90-6418-46F5-AD1F-42F69408F7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458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723CC-88DB-CBF8-E104-CC28537EC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DFF43-0CA7-EA47-1844-69DF53E16A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DCE886-BB8B-E42A-4CFA-BB417BB60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2DCEB-DC4D-C73B-D68F-BAB7E97B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C94E6-F9EA-44B0-846A-B277EFB780DB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59CB7-8A84-8077-0069-3569EC4CC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6357B-33E2-5035-EEE3-ECA02516C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1C90-6418-46F5-AD1F-42F69408F7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72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2D4F1-C2DB-3361-A54C-3C3F3E760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0A158-CB56-450A-1BC5-5CC421815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C60D2-0109-4452-5A79-446362134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5F4EF-F7C6-D003-F7D5-A13F6162BC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DF8E30-BA0E-B9F2-EE04-247FEB682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5AE4D-B3F8-F2BA-C3FC-D0D9DA376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C94E6-F9EA-44B0-846A-B277EFB780DB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B907C4-BA06-EDB0-9DE0-935D02EF7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3EFD20-C785-D9C0-7691-B494D7336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1C90-6418-46F5-AD1F-42F69408F7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55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D8694-D712-8186-AB6E-D0FBEBDDD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F21A28-1CED-DD3C-71B2-CD7A171E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C94E6-F9EA-44B0-846A-B277EFB780DB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9A5A3-3449-F641-BC49-45C184A7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F80234-CEA5-E39D-7DC1-3A71962F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1C90-6418-46F5-AD1F-42F69408F7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0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6BE1E1-5A35-FD2A-E44B-91862B979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C94E6-F9EA-44B0-846A-B277EFB780DB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71F9B-987E-BADF-4F2C-D0E05FBE9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4B69E-EB22-11C8-A00D-584499AD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1C90-6418-46F5-AD1F-42F69408F7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5537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E5F85-122C-6DE5-C475-CDC213C69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94B47-6384-5F5A-8B1C-7FA3E060E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B639C-2B1E-FB5D-6B34-C3C0E0235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A9618-4A85-5F28-5D0F-276BFE477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C94E6-F9EA-44B0-846A-B277EFB780DB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A953F-7C1C-6821-EE7B-1F96185DB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097FF-0E96-A372-FD8D-D5F6A8E6E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1C90-6418-46F5-AD1F-42F69408F7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868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0DACC-8C76-3AA9-8359-4C8FB010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A4FB03-02D5-034F-BA70-0B2A7CCAD1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4205F-E29E-C4E3-2BA4-992559F59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11906-A7E9-2B14-6C94-20A001F85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C94E6-F9EA-44B0-846A-B277EFB780DB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E07DD-9CFB-0ACA-C7E0-658549457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FFD19-1A21-5FE3-2BFC-A533E2ED4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1C90-6418-46F5-AD1F-42F69408F7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7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C731-10E2-6922-1594-D1790963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E6CAAD-2AFC-1A4C-EC0C-0D7CDDD2F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6F730-45DE-5D9C-EA03-F17F7387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C94E6-F9EA-44B0-846A-B277EFB780DB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003E3-64F8-1BB3-4FD6-C481C4C72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194A3-7936-26D3-8911-2D6BED9A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1C90-6418-46F5-AD1F-42F69408F7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120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8F59F3-FF60-F9EF-0BAF-889789FAD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B530E-189B-881B-CF9A-9FB07A1A9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4C62-E395-0B99-5096-319D91653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C94E6-F9EA-44B0-846A-B277EFB780DB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1CF7-312A-9140-8F20-15DE62510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A6BA1-52DB-9597-D898-48C1126C9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1C90-6418-46F5-AD1F-42F69408F7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19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253237-060E-A289-6E1B-B84E74F17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D384D-01A3-306A-CE2A-496DFD2C0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9D010-507B-5DB2-D76E-5211BFEE0D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C94E6-F9EA-44B0-846A-B277EFB780DB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5768A-DBE9-1B96-5DF4-037C648D0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B322A-49C1-3211-3055-7F167CBB1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51C90-6418-46F5-AD1F-42F69408F7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527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4B95667-263E-D385-4542-00174C9B14D7}"/>
              </a:ext>
            </a:extLst>
          </p:cNvPr>
          <p:cNvSpPr/>
          <p:nvPr/>
        </p:nvSpPr>
        <p:spPr>
          <a:xfrm>
            <a:off x="3953436" y="2913531"/>
            <a:ext cx="1506071" cy="1030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dev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809AF9-9996-3B44-9D39-9D1679B58FBF}"/>
              </a:ext>
            </a:extLst>
          </p:cNvPr>
          <p:cNvSpPr/>
          <p:nvPr/>
        </p:nvSpPr>
        <p:spPr>
          <a:xfrm>
            <a:off x="1111623" y="2913534"/>
            <a:ext cx="1506071" cy="1030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feature/*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7507DFC-8A10-5358-D597-2543B23B374D}"/>
              </a:ext>
            </a:extLst>
          </p:cNvPr>
          <p:cNvSpPr/>
          <p:nvPr/>
        </p:nvSpPr>
        <p:spPr>
          <a:xfrm>
            <a:off x="2456330" y="3124201"/>
            <a:ext cx="1658471" cy="6096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 Approved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C0188-F81F-D15D-3210-A617B96BC126}"/>
              </a:ext>
            </a:extLst>
          </p:cNvPr>
          <p:cNvSpPr/>
          <p:nvPr/>
        </p:nvSpPr>
        <p:spPr>
          <a:xfrm>
            <a:off x="6795249" y="2913530"/>
            <a:ext cx="1506071" cy="1030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main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0FCC93C-3F46-B786-0CE6-4E010067A5C3}"/>
              </a:ext>
            </a:extLst>
          </p:cNvPr>
          <p:cNvSpPr/>
          <p:nvPr/>
        </p:nvSpPr>
        <p:spPr>
          <a:xfrm>
            <a:off x="5221941" y="3124201"/>
            <a:ext cx="1658471" cy="6096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 Approved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0E8807-D4E7-41BA-BB89-5D13E7E042B3}"/>
              </a:ext>
            </a:extLst>
          </p:cNvPr>
          <p:cNvSpPr/>
          <p:nvPr/>
        </p:nvSpPr>
        <p:spPr>
          <a:xfrm>
            <a:off x="9637062" y="2913529"/>
            <a:ext cx="1506071" cy="1030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release/*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69E27E8-E6C8-51C4-E0D0-2BBEAF26A02D}"/>
              </a:ext>
            </a:extLst>
          </p:cNvPr>
          <p:cNvSpPr/>
          <p:nvPr/>
        </p:nvSpPr>
        <p:spPr>
          <a:xfrm>
            <a:off x="8139956" y="3124199"/>
            <a:ext cx="1658471" cy="60960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3682349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Blyth</dc:creator>
  <cp:lastModifiedBy>Andrew Blyth</cp:lastModifiedBy>
  <cp:revision>2</cp:revision>
  <dcterms:created xsi:type="dcterms:W3CDTF">2026-02-07T14:16:52Z</dcterms:created>
  <dcterms:modified xsi:type="dcterms:W3CDTF">2026-02-07T14:26:21Z</dcterms:modified>
</cp:coreProperties>
</file>